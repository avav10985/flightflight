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1F3A5F"/>
                </a:solidFill>
                <a:latin typeface="Microsoft JhengHei"/>
                <a:ea typeface="Microsoft JhengHei"/>
              </a:rPr>
              <a:t>DIY 四軸無人機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0">
                <a:solidFill>
                  <a:srgbClr val="666666"/>
                </a:solidFill>
                <a:latin typeface="Microsoft JhengHei"/>
                <a:ea typeface="Microsoft JhengHei"/>
              </a:rPr>
              <a:t>元件清單 + rx 電路原理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222222"/>
                </a:solidFill>
                <a:latin typeface="Microsoft JhengHei"/>
                <a:ea typeface="Microsoft JhengHei"/>
              </a:rPr>
              <a:t>目標：GPS 路徑 + 超音波避障 + WiFi 影像 + 電腦端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Microsoft JhengHei"/>
                <a:ea typeface="Microsoft JhengHei"/>
              </a:rPr>
              <a:t>系統架構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5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840480" cy="484632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ctr"/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無人機端</a:t>
            </a:r>
          </a:p>
          <a:p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ESP32 飛控</a:t>
            </a:r>
          </a:p>
          <a:p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MPU6050（6 軸姿態）</a:t>
            </a:r>
          </a:p>
          <a:p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BMP280（氣壓定高）</a:t>
            </a:r>
          </a:p>
          <a:p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NEO-M8N GPS</a:t>
            </a:r>
          </a:p>
          <a:p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HC-SR04 超音波 × 4（避障）</a:t>
            </a:r>
          </a:p>
          <a:p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NRF24L01+PA/LNA（接收）</a:t>
            </a:r>
          </a:p>
          <a:p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ESC × 4 → 無刷馬達 × 4</a:t>
            </a:r>
          </a:p>
          <a:p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/>
            </a:r>
          </a:p>
          <a:p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ESP32-CAM（獨立 WiFi 影像）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3017520" cy="4846320"/>
          </a:xfrm>
          <a:prstGeom prst="roundRect">
            <a:avLst/>
          </a:prstGeom>
          <a:solidFill>
            <a:srgbClr val="FDF2E8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ctr"/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地面端</a:t>
            </a:r>
          </a:p>
          <a:p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Arduino Nano</a:t>
            </a:r>
          </a:p>
          <a:p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NRF24L01+PA/LNA</a:t>
            </a:r>
          </a:p>
          <a:p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雙搖桿（手動備援）</a:t>
            </a:r>
          </a:p>
          <a:p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OLED 顯示遙測</a:t>
            </a:r>
          </a:p>
          <a:p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USB 連電腦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371600"/>
            <a:ext cx="3474720" cy="4846320"/>
          </a:xfrm>
          <a:prstGeom prst="roundRect">
            <a:avLst/>
          </a:prstGeom>
          <a:solidFill>
            <a:srgbClr val="E8F4E8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wrap="square"/>
          <a:lstStyle/>
          <a:p>
            <a:pPr algn="ctr"/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電腦端</a:t>
            </a:r>
          </a:p>
          <a:p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Python 接收指令</a:t>
            </a:r>
          </a:p>
          <a:p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YOLO 物體辨識</a:t>
            </a:r>
          </a:p>
          <a:p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路徑規劃</a:t>
            </a:r>
          </a:p>
          <a:p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發送 GOTO / MOVE 指令</a:t>
            </a:r>
          </a:p>
          <a:p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/>
            </a:r>
          </a:p>
          <a:p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WiFi 直連 ESP32-CAM</a:t>
            </a:r>
          </a:p>
          <a:p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看即時影像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Microsoft JhengHei"/>
                <a:ea typeface="Microsoft JhengHei"/>
              </a:rPr>
              <a:t>你已有的元件（不用買）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5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Microsoft JhengHei"/>
                <a:ea typeface="Microsoft JhengHei"/>
              </a:rPr>
              <a:t>• 無刷馬達 × 4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Microsoft JhengHei"/>
                <a:ea typeface="Microsoft JhengHei"/>
              </a:rPr>
              <a:t>• ESC 電調 × 4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Microsoft JhengHei"/>
                <a:ea typeface="Microsoft JhengHei"/>
              </a:rPr>
              <a:t>• NRF24L01+PA/LNA 模組（多片）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Microsoft JhengHei"/>
                <a:ea typeface="Microsoft JhengHei"/>
              </a:rPr>
              <a:t>• Arduino Nano（地面端用）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Microsoft JhengHei"/>
                <a:ea typeface="Microsoft JhengHei"/>
              </a:rPr>
              <a:t>• 機架（?）、電池（?）、螺旋槳（?）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Microsoft JhengHei"/>
                <a:ea typeface="Microsoft JhengHei"/>
              </a:rPr>
              <a:t>• 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Microsoft JhengHei"/>
                <a:ea typeface="Microsoft JhengHei"/>
              </a:rPr>
              <a:t>• 確認一下：機架尺寸、電池規格（幾 S 多少 mAh）、螺旋槳尺寸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Microsoft JhengHei"/>
                <a:ea typeface="Microsoft JhengHei"/>
              </a:rPr>
              <a:t>• 這會影響接下來要不要買電源分配板 PDB 和 BEC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Microsoft JhengHei"/>
                <a:ea typeface="Microsoft JhengHei"/>
              </a:rPr>
              <a:t>需要購買 ①：飛控核心（約 NT$450）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5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502920"/>
          </a:xfrm>
          <a:prstGeom prst="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元件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1463040"/>
            <a:ext cx="3200400" cy="502920"/>
          </a:xfrm>
          <a:prstGeom prst="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型號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1463040"/>
            <a:ext cx="5029200" cy="502920"/>
          </a:xfrm>
          <a:prstGeom prst="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用途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1463040"/>
            <a:ext cx="1371600" cy="502920"/>
          </a:xfrm>
          <a:prstGeom prst="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價格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主控板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965960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ESP32 DevKit V1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965960"/>
            <a:ext cx="5029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跑 PID、感測器、NRF24、GPS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0" y="1965960"/>
            <a:ext cx="1371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250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46888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6 軸 IMU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468880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MPU6050 模組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2468880"/>
            <a:ext cx="5029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陀螺儀 + 加速度計，自穩必備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89920" y="2468880"/>
            <a:ext cx="1371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97180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氣壓計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2971800"/>
            <a:ext cx="3200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BMP280 模組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2971800"/>
            <a:ext cx="5029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定高模式使用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89920" y="2971800"/>
            <a:ext cx="13716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JhengHei"/>
                <a:ea typeface="Microsoft JhengHei"/>
              </a:rPr>
              <a:t>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474720"/>
            <a:ext cx="1828800" cy="502920"/>
          </a:xfrm>
          <a:prstGeom prst="rect">
            <a:avLst/>
          </a:prstGeom>
          <a:solidFill>
            <a:srgbClr val="FFF2CC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22222"/>
                </a:solidFill>
                <a:latin typeface="Microsoft JhengHei"/>
                <a:ea typeface="Microsoft JhengHei"/>
              </a:rPr>
              <a:t>小計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3474720"/>
            <a:ext cx="3200400" cy="502920"/>
          </a:xfrm>
          <a:prstGeom prst="rect">
            <a:avLst/>
          </a:prstGeom>
          <a:solidFill>
            <a:srgbClr val="FFF2CC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22222"/>
                </a:solidFill>
                <a:latin typeface="Microsoft JhengHei"/>
                <a:ea typeface="Microsoft JhengHe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3474720"/>
            <a:ext cx="5029200" cy="502920"/>
          </a:xfrm>
          <a:prstGeom prst="rect">
            <a:avLst/>
          </a:prstGeom>
          <a:solidFill>
            <a:srgbClr val="FFF2CC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22222"/>
                </a:solidFill>
                <a:latin typeface="Microsoft JhengHei"/>
                <a:ea typeface="Microsoft JhengHe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0789920" y="3474720"/>
            <a:ext cx="1371600" cy="502920"/>
          </a:xfrm>
          <a:prstGeom prst="rect">
            <a:avLst/>
          </a:prstGeom>
          <a:solidFill>
            <a:srgbClr val="FFF2CC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22222"/>
                </a:solidFill>
                <a:latin typeface="Microsoft JhengHei"/>
                <a:ea typeface="Microsoft JhengHei"/>
              </a:rPr>
              <a:t>370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Microsoft JhengHei"/>
                <a:ea typeface="Microsoft JhengHei"/>
              </a:rPr>
              <a:t>需要購買 ②：GPS + 避障（約 NT$560）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5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Microsoft JhengHei"/>
                <a:ea typeface="Microsoft JhengHei"/>
              </a:rPr>
              <a:t>• GPS 模組：NEO-M8N（NT$400）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支援 GPS + GLONASS，定位精度 2.5m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便宜版 NEO-6M 只要 NT$150，但冷啟動慢、精度差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Microsoft JhengHei"/>
                <a:ea typeface="Microsoft JhengHei"/>
              </a:rPr>
              <a:t>• 超音波感測器：HC-SR04 × 4（NT$40 × 4 = NT$160）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前、後、左、右各一顆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射程 2~4m、便宜好上手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注意：戶外風噪會影響，可先當「警示」不做硬避障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  <a:ea typeface="Microsoft JhengHei"/>
              </a:rPr>
              <a:t>• 若日後要升級，可換 VL53L1X 雷射 ToF（4 顆 NT$600）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Microsoft JhengHei"/>
                <a:ea typeface="Microsoft JhengHei"/>
              </a:rPr>
              <a:t>需要購買 ③：影像模組（約 NT$300）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5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Microsoft JhengHei"/>
                <a:ea typeface="Microsoft JhengHei"/>
              </a:rPr>
              <a:t>• ESP32-CAM（AI-Thinker 版）：NT$250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內建 OV2640 相機 + WiFi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電腦用瀏覽器或 Python 直連就能看畫面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Microsoft JhengHei"/>
                <a:ea typeface="Microsoft JhengHei"/>
              </a:rPr>
              <a:t>• 外接 WiFi 天線（IPEX）：NT$50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原廠 PCB 天線只有 100m 左右，外接可延伸到 300~500m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Microsoft JhengHei"/>
                <a:ea typeface="Microsoft JhengHei"/>
              </a:rPr>
              <a:t>• FTDI USB 轉 TTL（燒錄用）：NT$80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ESP32-CAM 沒有 USB，燒錄必備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飛控的 ESP32 DevKit 有 USB 所以不用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  <a:ea typeface="Microsoft JhengHei"/>
              </a:rPr>
              <a:t>• 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  <a:ea typeface="Microsoft JhengHei"/>
              </a:rPr>
              <a:t>• 注意：ESP32-CAM 獨立運作，不跟飛控通訊，不會互相影響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Microsoft JhengHei"/>
                <a:ea typeface="Microsoft JhengHei"/>
              </a:rPr>
              <a:t>需要購買 ④：其他配件（約 NT$400）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5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Microsoft JhengHei"/>
                <a:ea typeface="Microsoft JhengHei"/>
              </a:rPr>
              <a:t>• 電源分配板 PDB（含 5V BEC）：NT$150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給飛控和感測器穩定 5V 供電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Microsoft JhengHei"/>
                <a:ea typeface="Microsoft JhengHei"/>
              </a:rPr>
              <a:t>• XT60 接頭 + 電源線：NT$80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Microsoft JhengHei"/>
                <a:ea typeface="Microsoft JhengHei"/>
              </a:rPr>
              <a:t>• 杜邦線、排針、束帶、熱縮套：NT$150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Microsoft JhengHei"/>
                <a:ea typeface="Microsoft JhengHei"/>
              </a:rPr>
              <a:t>• OLED 0.96 吋顯示器（地面端用）：NT$80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顯示飛機狀態、GPS 座標、電量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  <a:ea typeface="Microsoft JhengHei"/>
              </a:rPr>
              <a:t>• 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  <a:ea typeface="Microsoft JhengHei"/>
              </a:rPr>
              <a:t>• 搖桿模組（地面端，你的 TX 已經有）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  <a:ea typeface="Microsoft JhengHei"/>
              </a:rPr>
              <a:t>• Arduino Nano（地面端，你已有）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Microsoft JhengHei"/>
                <a:ea typeface="Microsoft JhengHei"/>
              </a:rPr>
              <a:t>BOM 總表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5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2286000" cy="548640"/>
          </a:xfrm>
          <a:prstGeom prst="rect">
            <a:avLst/>
          </a:prstGeom>
          <a:solidFill>
            <a:srgbClr val="1F3A5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</a:rPr>
              <a:t>分類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1760" y="1463040"/>
            <a:ext cx="6858000" cy="548640"/>
          </a:xfrm>
          <a:prstGeom prst="rect">
            <a:avLst/>
          </a:prstGeom>
          <a:solidFill>
            <a:srgbClr val="1F3A5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</a:rPr>
              <a:t>內容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1463040"/>
            <a:ext cx="2286000" cy="548640"/>
          </a:xfrm>
          <a:prstGeom prst="rect">
            <a:avLst/>
          </a:prstGeom>
          <a:solidFill>
            <a:srgbClr val="1F3A5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</a:rPr>
              <a:t>小計 (NT$)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2286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/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飛控核心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2011680"/>
            <a:ext cx="6858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/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ESP32 + MPU6050 + BMP280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2011680"/>
            <a:ext cx="2286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/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370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2286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/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定位避障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2560320"/>
            <a:ext cx="6858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/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NEO-M8N + HC-SR04 ×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2560320"/>
            <a:ext cx="2286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/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560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2286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/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影像模組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3108960"/>
            <a:ext cx="6858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/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ESP32-CAM + 天線 + FTDI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3108960"/>
            <a:ext cx="2286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/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380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57600"/>
            <a:ext cx="2286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/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配件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3657600"/>
            <a:ext cx="6858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/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PDB + XT60 + 杜邦線 + OLED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3657600"/>
            <a:ext cx="22860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/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460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06240"/>
            <a:ext cx="2286000" cy="548640"/>
          </a:xfrm>
          <a:prstGeom prst="rect">
            <a:avLst/>
          </a:prstGeom>
          <a:solidFill>
            <a:srgbClr val="FFE8CC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/>
            <a:r>
              <a:rPr sz="1600" b="1">
                <a:solidFill>
                  <a:srgbClr val="C0392B"/>
                </a:solidFill>
                <a:latin typeface="Microsoft JhengHei"/>
                <a:ea typeface="Microsoft JhengHei"/>
              </a:rPr>
              <a:t>總計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4206240"/>
            <a:ext cx="6858000" cy="548640"/>
          </a:xfrm>
          <a:prstGeom prst="rect">
            <a:avLst/>
          </a:prstGeom>
          <a:solidFill>
            <a:srgbClr val="FFE8CC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/>
            <a:r>
              <a:rPr sz="1600" b="1">
                <a:solidFill>
                  <a:srgbClr val="C0392B"/>
                </a:solidFill>
                <a:latin typeface="Microsoft JhengHei"/>
                <a:ea typeface="Microsoft JhengHei"/>
              </a:rPr>
              <a:t>（馬達/ESC/電池/機架/螺旋槳已有）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4206240"/>
            <a:ext cx="2286000" cy="548640"/>
          </a:xfrm>
          <a:prstGeom prst="rect">
            <a:avLst/>
          </a:prstGeom>
          <a:solidFill>
            <a:srgbClr val="FFE8CC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/>
            <a:r>
              <a:rPr sz="1600" b="1">
                <a:solidFill>
                  <a:srgbClr val="C0392B"/>
                </a:solidFill>
                <a:latin typeface="Microsoft JhengHei"/>
                <a:ea typeface="Microsoft JhengHei"/>
              </a:rPr>
              <a:t>1,770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392B"/>
                </a:solidFill>
                <a:latin typeface="Microsoft JhengHei"/>
                <a:ea typeface="Microsoft JhengHei"/>
              </a:rPr>
              <a:t>✓ 預算目標 NT$2000~3000 內完成採購（馬達/電池自備的前提下）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Microsoft JhengHei"/>
                <a:ea typeface="Microsoft JhengHei"/>
              </a:rPr>
              <a:t>rx.JPG 電路原理：這是什麼？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5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Microsoft JhengHei"/>
                <a:ea typeface="Microsoft JhengHei"/>
              </a:rPr>
              <a:t>• 這張圖是「有刷馬達」四軸的馬達驅動電路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4 顆小型有刷直流馬達（像玩具小四軸那種）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不適合你的無刷馬達 → 無刷馬達要用 ESC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  <a:ea typeface="Microsoft JhengHei"/>
              </a:rPr>
              <a:t>• 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Microsoft JhengHei"/>
                <a:ea typeface="Microsoft JhengHei"/>
              </a:rPr>
              <a:t>• 每一顆馬達的驅動電路包含 4 個元件：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1. N 通道 MOSFET（IRFZ44N）→ 當作電子開關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2. 100Ω 閘極電阻 → 限制瞬間電流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3. 10kΩ 下拉電阻 → 安全接地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4. 1N4007 飛輪二極體 → 保護電路免於反電動勢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  <a:ea typeface="Microsoft JhengHei"/>
              </a:rPr>
              <a:t>• 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  <a:ea typeface="Microsoft JhengHei"/>
              </a:rPr>
              <a:t>• 下面幾頁逐個說明每個元件的電子學原理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Microsoft JhengHei"/>
                <a:ea typeface="Microsoft JhengHei"/>
              </a:rPr>
              <a:t>① MOSFET：電子開關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5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Microsoft JhengHei"/>
                <a:ea typeface="Microsoft JhengHei"/>
              </a:rPr>
              <a:t>• IRFZ44N 是 N 通道 MOSFET（功率電晶體）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三隻腳：Gate (G)、Drain (D)、Source (S)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最大可過 49A，阻抗低發熱小，適合切換馬達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Microsoft JhengHei"/>
                <a:ea typeface="Microsoft JhengHei"/>
              </a:rPr>
              <a:t>• 接法：「低壓端開關」（Low-Side Switch）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馬達正極 → 接電池 +V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馬達負極 → 接 MOSFET 的 Drain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MOSFET Source → 接地（GND）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Arduino 用 Gate 控制開關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Microsoft JhengHei"/>
                <a:ea typeface="Microsoft JhengHei"/>
              </a:rPr>
              <a:t>• 運作方式（開關狀態）：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Gate 電壓 &gt; 4V（HIGH）：D-S 導通 → 馬達通電轉動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Gate 電壓 ≈ 0V（LOW）：D-S 截止 → 馬達斷電停止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Microsoft JhengHei"/>
                <a:ea typeface="Microsoft JhengHei"/>
              </a:rPr>
              <a:t>② 為什麼能控制「轉速」？PWM 原理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5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Microsoft JhengHei"/>
                <a:ea typeface="Microsoft JhengHei"/>
              </a:rPr>
              <a:t>• Arduino analogWrite() 輸出 PWM 方波（預設約 490Hz）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Microsoft JhengHei"/>
                <a:ea typeface="Microsoft JhengHei"/>
              </a:rPr>
              <a:t>• Duty Cycle（佔空比）= HIGH 時間 / 週期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0% Duty：MOSFET 一直關 → 馬達不轉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50% Duty：一半時間通電 → 馬達半速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100% Duty：一直通 → 馬達全速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Microsoft JhengHei"/>
                <a:ea typeface="Microsoft JhengHei"/>
              </a:rPr>
              <a:t>• 原理：因為切換速度很快（每秒 490 次）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馬達的機械慣性來不及跟著開關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馬達「感覺到」的是平均電壓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Microsoft JhengHei"/>
                <a:ea typeface="Microsoft JhengHei"/>
              </a:rPr>
              <a:t>  – 平均電壓 = 電池電壓 × Duty Cycle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  <a:ea typeface="Microsoft JhengHei"/>
              </a:rPr>
              <a:t>• 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Microsoft JhengHei"/>
                <a:ea typeface="Microsoft JhengHei"/>
              </a:rPr>
              <a:t>• 所以：改變 PWM 值 → 改變平均電壓 → 改變轉速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Microsoft JhengHei"/>
                <a:ea typeface="Microsoft JhengHei"/>
              </a:rPr>
              <a:t>③ 100Ω 閘極電阻的作用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5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Microsoft JhengHei"/>
                <a:ea typeface="Microsoft JhengHei"/>
              </a:rPr>
              <a:t>• MOSFET 的 Gate 其實是一個電容（約 1~10 nF）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要導通 = 把這個電容充飽到 &gt; 4V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要關閉 = 把這個電容放電到 ≈ 0V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Microsoft JhengHei"/>
                <a:ea typeface="Microsoft JhengHei"/>
              </a:rPr>
              <a:t>• 如果沒有閘極電阻：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Arduino 瞬間要灌 / 吸很大電流（可能 &gt;100mA）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會超過 Arduino 腳位的 40mA 上限 → 燒 MCU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開關邊緣會產生振鈴（ringing）電磁干擾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Microsoft JhengHei"/>
                <a:ea typeface="Microsoft JhengHei"/>
              </a:rPr>
              <a:t>• 加上 100Ω 之後：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限制瞬間電流 = 5V / 100Ω = 50mA（安全）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稍微減慢開關速度，減少振鈴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代價：切換不那麼陡峭，MOSFET 在切換時會發熱一點點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Microsoft JhengHei"/>
                <a:ea typeface="Microsoft JhengHei"/>
              </a:rPr>
              <a:t>④ 10kΩ 下拉電阻的作用（安全！）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5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Microsoft JhengHei"/>
                <a:ea typeface="Microsoft JhengHei"/>
              </a:rPr>
              <a:t>• 問題情境：Arduino 重開機 / 程式沒跑 / 線鬆掉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此時 Gate 是「浮接」狀態（floating）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浮接腳位會受環境雜訊感應出不定電壓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可能意外到達 4V → MOSFET 誤導通 → 馬達亂轉！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Microsoft JhengHei"/>
                <a:ea typeface="Microsoft JhengHei"/>
              </a:rPr>
              <a:t>• 解法：在 Gate 和 GND 之間加 10kΩ 電阻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Arduino 沒在輸出時，Gate 被拉到 0V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MOSFET 保持關閉 → 馬達安全停止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Microsoft JhengHei"/>
                <a:ea typeface="Microsoft JhengHei"/>
              </a:rPr>
              <a:t>• 為什麼選 10kΩ？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太小（如 1kΩ）→ 正常 HIGH 時浪費電、會分壓降低 Gate 電壓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太大（如 1MΩ）→ 放電太慢，Gate 電壓降不下來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10kΩ 是經驗值的甜蜜點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Microsoft JhengHei"/>
                <a:ea typeface="Microsoft JhengHei"/>
              </a:rPr>
              <a:t>⑤ 1N4007 飛輪二極體（Flyback Diode）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5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Microsoft JhengHei"/>
                <a:ea typeface="Microsoft JhengHei"/>
              </a:rPr>
              <a:t>• 馬達是電感（線圈）—— 記住這點最重要！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Microsoft JhengHei"/>
                <a:ea typeface="Microsoft JhengHei"/>
              </a:rPr>
              <a:t>• 電感的特性：不允許電流瞬間改變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Microsoft JhengHei"/>
                <a:ea typeface="Microsoft JhengHei"/>
              </a:rPr>
              <a:t>  – MOSFET 關閉的瞬間，電流突然被切斷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Microsoft JhengHei"/>
                <a:ea typeface="Microsoft JhengHei"/>
              </a:rPr>
              <a:t>  – 電感會自己產生「反電動勢」，電壓可能飆到 100V 以上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Microsoft JhengHei"/>
                <a:ea typeface="Microsoft JhengHei"/>
              </a:rPr>
              <a:t>  – 這個高壓會擊穿 MOSFET → 燒機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22222"/>
                </a:solidFill>
                <a:latin typeface="Microsoft JhengHei"/>
                <a:ea typeface="Microsoft JhengHei"/>
              </a:rPr>
              <a:t>• 解法：在馬達兩端反向並聯一顆二極體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Microsoft JhengHei"/>
                <a:ea typeface="Microsoft JhengHei"/>
              </a:rPr>
              <a:t>  – 陰極（有線那一端）→ 接 +V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Microsoft JhengHei"/>
                <a:ea typeface="Microsoft JhengHei"/>
              </a:rPr>
              <a:t>  – 陽極 → 接 MOSFET Drain（馬達負極）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Microsoft JhengHei"/>
                <a:ea typeface="Microsoft JhengHei"/>
              </a:rPr>
              <a:t>  – 正常工作時二極體反向，不影響電路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Microsoft JhengHei"/>
                <a:ea typeface="Microsoft JhengHei"/>
              </a:rPr>
              <a:t>  – MOSFET 關閉瞬間，電感感應電壓讓二極體正向導通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Microsoft JhengHei"/>
                <a:ea typeface="Microsoft JhengHei"/>
              </a:rPr>
              <a:t>  – 電感能量透過二極體安全釋放 → MOSFET 得救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• 1N4007 規格 1A / 1000V，便宜又耐用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Microsoft JhengHei"/>
                <a:ea typeface="Microsoft JhengHei"/>
              </a:rPr>
              <a:t>為什麼這個電路不能控制「無刷馬達」？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5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Microsoft JhengHei"/>
                <a:ea typeface="Microsoft JhengHei"/>
              </a:rPr>
              <a:t>• 有刷 vs 無刷：根本不同的東西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有刷馬達：兩條線，直接給電就轉（像玩具車）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無刷馬達：三條線，需要按順序切換三相電流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Microsoft JhengHei"/>
                <a:ea typeface="Microsoft JhengHei"/>
              </a:rPr>
              <a:t>• 無刷馬達需要：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6 顆 MOSFET 組成三相橋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專用晶片計算換相時序（或感測轉子位置）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換相頻率從每秒幾十到幾萬次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Microsoft JhengHei"/>
                <a:ea typeface="Microsoft JhengHei"/>
              </a:rPr>
              <a:t>• 解法：買現成的「電子調速器 ESC」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ESC 裡面已經包含三相橋 + 換相邏輯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對飛控來說，只需要給它一條 PWM 訊號（像控制伺服那樣）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1000µs = 停止，2000µs = 全速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Microsoft JhengHei"/>
                <a:ea typeface="Microsoft JhengHei"/>
              </a:rPr>
              <a:t>• 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Microsoft JhengHei"/>
                <a:ea typeface="Microsoft JhengHei"/>
              </a:rPr>
              <a:t>• 所以你已經有 ESC → 不需要自己焊 MOSFET 電路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Microsoft JhengHei"/>
                <a:ea typeface="Microsoft JhengHei"/>
              </a:rPr>
              <a:t>下一步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457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Microsoft JhengHei"/>
                <a:ea typeface="Microsoft JhengHei"/>
              </a:rPr>
              <a:t>• 採購清單（總預算 ~NT$1800）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ESP32 + MPU6050 + BMP280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NEO-M8N GPS + HC-SR04 × 4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ESP32-CAM + 外接天線 + FTDI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PDB + XT60 + 杜邦線 + OLED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Microsoft JhengHei"/>
                <a:ea typeface="Microsoft JhengHei"/>
              </a:rPr>
              <a:t>• 到貨後依序進行：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Step 1：ESP32 + MPU6050 單獨測試（讀姿態角）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Step 2：加入 NRF24 接收，手動搖桿控制四顆 ESC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Step 3：綁上機架試飛（無 GPS、無避障）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Step 4：加入 GPS 定點懸停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Step 5：加入超音波避障邏輯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Step 6：加入 ESP32-CAM，測試電腦接收影像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JhengHei"/>
                <a:ea typeface="Microsoft JhengHei"/>
              </a:rPr>
              <a:t>  – Step 7：電腦端寫 AI，閉環控制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